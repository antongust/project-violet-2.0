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1097280"/>
            <a:ext cx="768096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1097280"/>
            <a:ext cx="73152" cy="2926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13258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CHeaT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1097280" y="2331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Countering Honeypot-Evading Attacker Techniques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2880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Violet  •  Active Defense System  •  LLM vs. Human Detection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Project Violet Internal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CHeaT?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64008" cy="7772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96112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is Project Violet's proactive defense layer for detecting whether an attacker is an LLM or a human — by exploiting fundamental differences in how they process information.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1148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64008" cy="12344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76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Honeytokens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5237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characters humans strip; LLMs mishandle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828800"/>
            <a:ext cx="41148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828800"/>
            <a:ext cx="64008" cy="1234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920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2176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URLs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25237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 URLs that track automated fetching behavior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41148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91840"/>
            <a:ext cx="64008" cy="123444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83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639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Traps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39867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text that hijacks LLM instruction flow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3291840"/>
            <a:ext cx="41148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291840"/>
            <a:ext cx="64008" cy="123444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3383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3639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Traps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83480" y="39867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patterns injected into command outputs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Post-Session Detector scoring LLM confidence (0.0–1.0)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Honeytokens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see terminal-rendered output. LLMs process raw bytes. Credentials are salted with invisible characters — creating an unavoidable detection gap.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74320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00200"/>
            <a:ext cx="274320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737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Backspace Method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148840"/>
            <a:ext cx="2523744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67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adm\bXin → admin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5176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char + \b inserted. Terminal erases it visually. LLM outputs corrupted password like admXin.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600200"/>
            <a:ext cx="274320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600200"/>
            <a:ext cx="274320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737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Character Method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10128" y="2148840"/>
            <a:ext cx="2523744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2167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rootpass + U+E0041…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65176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Plane-14 tag chars appended. Invisible in terminal. LLM may decode as ASCII, appending visible text.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600200"/>
            <a:ext cx="274320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600200"/>
            <a:ext cx="2743200" cy="6400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737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Hyphen Method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36208" y="2148840"/>
            <a:ext cx="2523744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2167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pass\u00ADword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65176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U+00AD inserted mid-password. LLM keeps it (auth fail), strips it (correct), or converts to visible hyphen.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72744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points: SSH accepted_passwords  •  Credential-bearing file lines  •  Each token records method + expected human/LLM variants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URLs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64008" cy="10058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3327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inspect URLs before executing. LLMs extract and run them automatically. Canary URLs exploit this automated behavior.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Planted URLs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411480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328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http://internal-deploy.{domain}/scripts/setup.sh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411480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8152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http://ci.{domain}/artifacts/build-tools.sh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411480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301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http://backup.{domain}/restore/recover.sh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Planting Locations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444752"/>
            <a:ext cx="384048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444752"/>
            <a:ext cx="64008" cy="56692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4721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.bash_history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1737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curl -sSL {url} | bash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130552"/>
            <a:ext cx="384048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130552"/>
            <a:ext cx="64008" cy="56692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1579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 / docs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423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installation instructions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816352"/>
            <a:ext cx="384048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816352"/>
            <a:ext cx="64008" cy="56692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8437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files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108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.conf, .yml, .env — update/deployment URLs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502152"/>
            <a:ext cx="384048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502152"/>
            <a:ext cx="64008" cy="56692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5295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 scripts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3794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scheduled fetch commands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64515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If any session command contains curl or wget with a planted URL (exact or domain match) → canary marked as accessed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Defenses 3 &amp;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Traps  &amp;  Tool Traps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6400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155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Traps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skip embedded comments. LLMs treat file contents as potential instructions.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2062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920240"/>
            <a:ext cx="64008" cy="47548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385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task_complete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579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believes job done, terminates early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42062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468880"/>
            <a:ext cx="64008" cy="47548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fake_system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066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treats "[system] session expired" as real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42062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17520"/>
            <a:ext cx="64008" cy="47548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358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honey_note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2552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Authority-mimicking doc claiming system is hardened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2062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47548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844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misdirection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8039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tries fake creds with detectable "LLM_" prefix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114800"/>
            <a:ext cx="42062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114800"/>
            <a:ext cx="64008" cy="47548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330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3525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Threat-based IDS alert causes LLM to abort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005840"/>
            <a:ext cx="4206240" cy="64008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11155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Traps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63440" y="14630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patterns injected into static txtcmd outputs — LLMs parse recon output and act on injected data.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1920240"/>
            <a:ext cx="420624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920240"/>
            <a:ext cx="64008" cy="58521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93852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Misdirection  ·  netstat, 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21762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SSH ports, admin panels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578608"/>
            <a:ext cx="420624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578608"/>
            <a:ext cx="64008" cy="58521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5968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  ·  dpkg -l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28346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fake CVE entries marked VULNERABLE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236976"/>
            <a:ext cx="420624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236976"/>
            <a:ext cx="64008" cy="58521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25526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 ·  whoami, id, last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0" y="349300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Alert scare tactic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3895344"/>
            <a:ext cx="420624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3895344"/>
            <a:ext cx="64008" cy="58521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39136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 ·  uname, df, free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46320" y="415137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canary URL in output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Post-Session Detection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55448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04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check_credential_usage()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0" y="1280160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392" y="777240"/>
            <a:ext cx="155448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93392" y="804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39112" y="11704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check_canary_access()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47872" y="1280160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12464" y="777240"/>
            <a:ext cx="155448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12464" y="804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58184" y="11704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check_prompt_trap_effects()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66944" y="1280160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31536" y="777240"/>
            <a:ext cx="155448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31536" y="804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77256" y="11704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_collect_indicators()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86016" y="1280160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0608" y="777240"/>
            <a:ext cx="155448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50608" y="804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96328" y="11704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_compute_confidence()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1965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Weights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359152"/>
            <a:ext cx="2286000" cy="38404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3774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0" y="2359152"/>
            <a:ext cx="2011680" cy="38404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0" y="23774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359152"/>
            <a:ext cx="640080" cy="38404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3774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743200"/>
            <a:ext cx="2286000" cy="3840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7614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honeytoken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0" y="2743200"/>
            <a:ext cx="2011680" cy="3840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27614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variant password used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743200"/>
            <a:ext cx="640080" cy="3840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7614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3127248"/>
            <a:ext cx="228600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1455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URL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0" y="3127248"/>
            <a:ext cx="201168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4640" y="314553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accessed in command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3127248"/>
            <a:ext cx="64008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1455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3511296"/>
            <a:ext cx="2286000" cy="3840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52958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trap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0" y="3511296"/>
            <a:ext cx="2011680" cy="3840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0" y="35295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change after read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54880" y="3511296"/>
            <a:ext cx="640080" cy="3840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5295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7200" y="3895344"/>
            <a:ext cx="228600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39136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honeytoken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743200" y="3895344"/>
            <a:ext cx="201168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34640" y="39136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password used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754880" y="3895344"/>
            <a:ext cx="640080" cy="3840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39136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12064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Examples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120640" y="2359152"/>
            <a:ext cx="36576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66360" y="23774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5943600" y="2395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 triggered (LLM) — only 1 planted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943600" y="2651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/ 0.4 — Definitive LLM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120640" y="3044952"/>
            <a:ext cx="36576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66360" y="3063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5943600" y="3081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canary hit — 1 canary + 1 token planted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943600" y="3337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/ (0.2+0.4) — Partial signal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120640" y="3730752"/>
            <a:ext cx="36576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66360" y="3749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5943600" y="3767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triggers at all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943600" y="4023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cheat_results.json  →  llm_confidence_score + behavioral_indicators[]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Defenses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10698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Asymmetry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see only terminal-rendered output. LLMs process raw bytes. Invisible characters create an unavoidable gap that can't be patched by the attacker.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005840"/>
            <a:ext cx="39319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051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715000" y="10698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vs. Deliberative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14630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inspect and question URLs before running them. LLMs follow command patterns extracted from discovered files without stopping to verify.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39319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834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43000" y="2852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Susceptibility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2461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filter embedded comments as visual noise. LLMs process embedded text as potential instruction or context modification — exploitable.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788920"/>
            <a:ext cx="39319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2834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15000" y="2852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Pattern-Seeking Behavior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32461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synthesize findings holistically. LLMs scan for specific extractable patterns in recon output, making them vulnerable to injected fake data.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Timeline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743200"/>
            <a:ext cx="7772400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624328"/>
            <a:ext cx="237744" cy="237744"/>
          </a:xfrm>
          <a:prstGeom prst="ellipse">
            <a:avLst/>
          </a:prstGeom>
          <a:solidFill>
            <a:srgbClr val="58A6FF"/>
          </a:solidFill>
          <a:ln w="19050">
            <a:solidFill>
              <a:srgbClr val="0D11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71600"/>
            <a:ext cx="0" cy="1252728"/>
          </a:xfrm>
          <a:prstGeom prst="line">
            <a:avLst/>
          </a:prstGeom>
          <a:noFill/>
          <a:ln w="12700">
            <a:solidFill>
              <a:srgbClr val="58A6F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-137160" y="868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Profile Generated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38478" y="2624328"/>
            <a:ext cx="237744" cy="237744"/>
          </a:xfrm>
          <a:prstGeom prst="ellipse">
            <a:avLst/>
          </a:prstGeom>
          <a:solidFill>
            <a:srgbClr val="58A6FF"/>
          </a:solidFill>
          <a:ln w="19050">
            <a:solidFill>
              <a:srgbClr val="0D11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57350" y="2862072"/>
            <a:ext cx="0" cy="1097280"/>
          </a:xfrm>
          <a:prstGeom prst="line">
            <a:avLst/>
          </a:prstGeom>
          <a:noFill/>
          <a:ln w="12700">
            <a:solidFill>
              <a:srgbClr val="58A6F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34390" y="39593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Lures Enriched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0028" y="2624328"/>
            <a:ext cx="237744" cy="237744"/>
          </a:xfrm>
          <a:prstGeom prst="ellipse">
            <a:avLst/>
          </a:prstGeom>
          <a:solidFill>
            <a:srgbClr val="3FB950"/>
          </a:solidFill>
          <a:ln w="19050">
            <a:solidFill>
              <a:srgbClr val="0D11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8900" y="1371600"/>
            <a:ext cx="0" cy="1252728"/>
          </a:xfrm>
          <a:prstGeom prst="line">
            <a:avLst/>
          </a:prstGeom>
          <a:noFill/>
          <a:ln w="12700">
            <a:solidFill>
              <a:srgbClr val="3FB95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805940" y="868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CHeaT Defenses Applied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81578" y="2624328"/>
            <a:ext cx="237744" cy="237744"/>
          </a:xfrm>
          <a:prstGeom prst="ellipse">
            <a:avLst/>
          </a:prstGeom>
          <a:solidFill>
            <a:srgbClr val="3FB950"/>
          </a:solidFill>
          <a:ln w="19050">
            <a:solidFill>
              <a:srgbClr val="0D11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00450" y="2862072"/>
            <a:ext cx="0" cy="1097280"/>
          </a:xfrm>
          <a:prstGeom prst="line">
            <a:avLst/>
          </a:prstGeom>
          <a:noFill/>
          <a:ln w="12700">
            <a:solidFill>
              <a:srgbClr val="3FB95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777490" y="39593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FS Artifacts Generated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53128" y="2624328"/>
            <a:ext cx="237744" cy="237744"/>
          </a:xfrm>
          <a:prstGeom prst="ellipse">
            <a:avLst/>
          </a:prstGeom>
          <a:solidFill>
            <a:srgbClr val="E3B341"/>
          </a:solidFill>
          <a:ln w="19050">
            <a:solidFill>
              <a:srgbClr val="0D11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371600"/>
            <a:ext cx="0" cy="1252728"/>
          </a:xfrm>
          <a:prstGeom prst="line">
            <a:avLst/>
          </a:prstGeom>
          <a:noFill/>
          <a:ln w="12700">
            <a:solidFill>
              <a:srgbClr val="E3B341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749040" y="868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Tool Traps Applied to txtcmds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24678" y="2624328"/>
            <a:ext cx="237744" cy="237744"/>
          </a:xfrm>
          <a:prstGeom prst="ellipse">
            <a:avLst/>
          </a:prstGeom>
          <a:solidFill>
            <a:srgbClr val="E3B341"/>
          </a:solidFill>
          <a:ln w="19050">
            <a:solidFill>
              <a:srgbClr val="0D111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43550" y="2862072"/>
            <a:ext cx="0" cy="1097280"/>
          </a:xfrm>
          <a:prstGeom prst="line">
            <a:avLst/>
          </a:prstGeom>
          <a:noFill/>
          <a:ln w="12700">
            <a:solidFill>
              <a:srgbClr val="E3B341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720590" y="39593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Profile Deployed to Cowrie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96228" y="2624328"/>
            <a:ext cx="237744" cy="237744"/>
          </a:xfrm>
          <a:prstGeom prst="ellipse">
            <a:avLst/>
          </a:prstGeom>
          <a:solidFill>
            <a:srgbClr val="F78166"/>
          </a:solidFill>
          <a:ln w="19050">
            <a:solidFill>
              <a:srgbClr val="0D11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5100" y="1371600"/>
            <a:ext cx="0" cy="1252728"/>
          </a:xfrm>
          <a:prstGeom prst="line">
            <a:avLst/>
          </a:prstGeom>
          <a:noFill/>
          <a:ln w="12700">
            <a:solidFill>
              <a:srgbClr val="F78166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692140" y="868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Attack Session Runs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67778" y="2624328"/>
            <a:ext cx="237744" cy="237744"/>
          </a:xfrm>
          <a:prstGeom prst="ellipse">
            <a:avLst/>
          </a:prstGeom>
          <a:solidFill>
            <a:srgbClr val="BC8CFF"/>
          </a:solidFill>
          <a:ln w="19050">
            <a:solidFill>
              <a:srgbClr val="0D111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86650" y="2862072"/>
            <a:ext cx="0" cy="1097280"/>
          </a:xfrm>
          <a:prstGeom prst="line">
            <a:avLst/>
          </a:prstGeom>
          <a:noFill/>
          <a:ln w="12700">
            <a:solidFill>
              <a:srgbClr val="BC8CFF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663690" y="39593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CHeaT Detector Analyzes Logs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339328" y="2624328"/>
            <a:ext cx="237744" cy="237744"/>
          </a:xfrm>
          <a:prstGeom prst="ellipse">
            <a:avLst/>
          </a:prstGeom>
          <a:solidFill>
            <a:srgbClr val="BC8CFF"/>
          </a:solidFill>
          <a:ln w="19050">
            <a:solidFill>
              <a:srgbClr val="0D11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58200" y="1371600"/>
            <a:ext cx="0" cy="1252728"/>
          </a:xfrm>
          <a:prstGeom prst="line">
            <a:avLst/>
          </a:prstGeom>
          <a:noFill/>
          <a:ln w="12700">
            <a:solidFill>
              <a:srgbClr val="BC8CFF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7269480" y="868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Results → cheat_results.json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69087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is applied per-profile at generation time. Detection runs post-session against planted metadata — no real-time overhead.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CHeaT: Countering Honeypot-Evading Attacker Techniques</dc:title>
  <dc:subject>PptxGenJS Presentation</dc:subject>
  <dc:creator>PptxGenJS</dc:creator>
  <cp:lastModifiedBy>PptxGenJS</cp:lastModifiedBy>
  <cp:revision>1</cp:revision>
  <dcterms:created xsi:type="dcterms:W3CDTF">2026-03-17T21:18:25Z</dcterms:created>
  <dcterms:modified xsi:type="dcterms:W3CDTF">2026-03-17T21:18:25Z</dcterms:modified>
</cp:coreProperties>
</file>