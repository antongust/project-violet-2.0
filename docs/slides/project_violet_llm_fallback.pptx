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Cmd 10</c:v>
                  </c:pt>
                  <c:pt idx="1">
                    <c:v>Cmd 30</c:v>
                  </c:pt>
                  <c:pt idx="2">
                    <c:v>Cmd 50</c:v>
                  </c:pt>
                  <c:pt idx="3">
                    <c:v>Cmd 100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1560</c:v>
                </c:pt>
                <c:pt idx="1">
                  <c:v>4560</c:v>
                </c:pt>
                <c:pt idx="2">
                  <c:v>7560</c:v>
                </c:pt>
                <c:pt idx="3">
                  <c:v>15060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(Beelzebub)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Cmd 10</c:v>
                  </c:pt>
                  <c:pt idx="1">
                    <c:v>Cmd 30</c:v>
                  </c:pt>
                  <c:pt idx="2">
                    <c:v>Cmd 50</c:v>
                  </c:pt>
                  <c:pt idx="3">
                    <c:v>Cmd 100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1560</c:v>
                </c:pt>
                <c:pt idx="1">
                  <c:v>4560</c:v>
                </c:pt>
                <c:pt idx="2">
                  <c:v>7560</c:v>
                </c:pt>
                <c:pt idx="3">
                  <c:v>15060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Prequery (Cowrie)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Cmd 10</c:v>
                  </c:pt>
                  <c:pt idx="1">
                    <c:v>Cmd 30</c:v>
                  </c:pt>
                  <c:pt idx="2">
                    <c:v>Cmd 50</c:v>
                  </c:pt>
                  <c:pt idx="3">
                    <c:v>Cmd 100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5486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0515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5544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05740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256032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236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06324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356616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5236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6384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4069080"/>
            <a:ext cx="54864" cy="54864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02920"/>
            <a:ext cx="2011680" cy="292608"/>
          </a:xfrm>
          <a:prstGeom prst="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PROJECT VIOLET 2.0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 System</a:t>
            </a:r>
            <a:endParaRPr lang="en-US" sz="4600" dirty="0"/>
          </a:p>
        </p:txBody>
      </p:sp>
      <p:sp>
        <p:nvSpPr>
          <p:cNvPr id="55" name="Text 53"/>
          <p:cNvSpPr/>
          <p:nvPr/>
        </p:nvSpPr>
        <p:spPr>
          <a:xfrm>
            <a:off x="457200" y="21945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Prequery Architecture Replaces the Naive Approach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Command-aware context injection · Bounded token usage · Profile-grounded responses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Blue Lagoon / Cowrie Module  ·  llm_fallback.py + prequery.py</a:t>
            </a:r>
            <a:endParaRPr lang="en-US" sz="1000" dirty="0"/>
          </a:p>
        </p:txBody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9768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3520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honeypot receives an unknown command — aws s3 ls, docker inspect, dpkg -l — it must generate a realistic response.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The naive solution (Beelzebub / Go):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~200 token system prompt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example pair (pwd → /home/user)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session history, unbounded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profile awareness, no context selection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must hallucinate packages, credentials,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402336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Token Growth: Naive Approach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37160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Token count grows linearly and unbounded — by command 100, over 15,000 tokens consumed.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Prequery Architecture — Three Key Innovations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78892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058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Command-Aware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6974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each command before sending it. Injects only the context that command needs — packages, containers, file contents, cloud credentials — not everything.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4434840"/>
            <a:ext cx="24688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prequery.py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841248"/>
            <a:ext cx="278892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841248"/>
            <a:ext cx="27889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005840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02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0876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756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Budget-Aware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337560" y="26974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capped at 3,000 characters. Path-specific context takes priority. Truncation ensures the prompt stays within model limits regardless of session length.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37560" y="4434840"/>
            <a:ext cx="24688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3756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prequery.py:250–301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26480" y="841248"/>
            <a:ext cx="278892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841248"/>
            <a:ext cx="27889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91072" y="1005840"/>
            <a:ext cx="384048" cy="3840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9107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03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6364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Register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Full History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263640" y="26974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rolling summary of session changes (impact-scored 0–4) replaces full replay. History windowed to last 20 pairs. Token cost is bounded, not linear.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63640" y="4434840"/>
            <a:ext cx="246888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6364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llm_fallback.py:156–210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llm_fallback.py + prequery.py — Blue Lagoon / Cowrie honeypot module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Innovation 1: Command-Aware Context Injection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38404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841248"/>
            <a:ext cx="36576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877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Parse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1155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Split on |  &amp;&amp;  ||  ;  — strip sudo / nohup / env wrappers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" y="1408176"/>
            <a:ext cx="36576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91056"/>
            <a:ext cx="38404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9105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1591056"/>
            <a:ext cx="36576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18653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117 command-family mappings → context key (e.g. dpkg → packages)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" y="2157984"/>
            <a:ext cx="36576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40864"/>
            <a:ext cx="38404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408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" y="2340864"/>
            <a:ext cx="36576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377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6151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3-tier path extraction: positional args → flag-value pairs → regex scan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" y="2907792"/>
            <a:ext cx="36576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90672"/>
            <a:ext cx="38404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9067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" y="3090672"/>
            <a:ext cx="36576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127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Resolve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3364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Live filesystem → profile JSON → parent-path walking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" y="3657600"/>
            <a:ext cx="36576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840480"/>
            <a:ext cx="38404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84048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" y="3840480"/>
            <a:ext cx="36576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8770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Inject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Only the relevant context block enters the prompt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841248"/>
            <a:ext cx="411480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9326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Context Mapping Examples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1261872"/>
            <a:ext cx="411480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Command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Context Key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dpkg -l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1572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26680" y="1572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Installed packages from profile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1929384"/>
            <a:ext cx="4114800" cy="3931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1965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19659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container_context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26680" y="1965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Services &amp; containers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23591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/etc/passwd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2359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path:/etc/passwd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26680" y="23591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File metadata / preview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715768"/>
            <a:ext cx="4114800" cy="3931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2752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27523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cloud_context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26680" y="27523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Credentials, buckets, region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3145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31455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db_credentials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2668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Extracted DB credentials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3502152"/>
            <a:ext cx="4114800" cy="3931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538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63640" y="3538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26680" y="3538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Service states from profile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54880" y="4617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prequery.py:124–151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What Gets Sent to the LLM — Prompt 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117"/>
                </a:solidFill>
              </a:rPr>
              <a:t>SYSTEM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572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338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Base System 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Hostname, OS version, services, response rules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1188720"/>
            <a:ext cx="15544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188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~300 tokens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72768"/>
            <a:ext cx="4572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093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State Register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Compact summary of session changes, impact-scored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1664208"/>
            <a:ext cx="15544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~100–300 tokens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048256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048256"/>
            <a:ext cx="4572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848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Prequery Context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2860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ONLY what this specific command needs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139696"/>
            <a:ext cx="15544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~200–800 tokens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85953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6334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117"/>
                </a:solidFill>
              </a:rPr>
              <a:t>HISTORY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26080"/>
            <a:ext cx="457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62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Last 20 Command-Response Pairs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1638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Windowed — never grows beyond this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3017520"/>
            <a:ext cx="15544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~200–500 tokens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11296"/>
            <a:ext cx="859536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112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117"/>
                </a:solidFill>
              </a:rPr>
              <a:t>CURRENT COMMAND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803904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803904"/>
            <a:ext cx="45720" cy="4754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40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user: dpkg -l | grep mysql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0416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The command being handled right now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3895344"/>
            <a:ext cx="155448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3895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tokens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617720"/>
            <a:ext cx="859536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Total: ~1,600–2,100 tokens · Stays constant at command 10, 50, or 100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Token Savings — Naive vs. Prequery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841248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841248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9326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26364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fewer tokens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at command 50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212848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212848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3042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263640" y="2898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fewer tokens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at command 100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3584448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3584448"/>
            <a:ext cx="25603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36758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∞→~2.5K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263640" y="4270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token ceiling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(bounded)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F58"/>
                </a:solidFill>
              </a:rPr>
              <a:t>Key insight: Prequery has ~500 token overhead vs naive at session start, but stays flat thereafter.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State Register &amp; Additional Savings Mechanisms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SessionStateRegister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Replaces unbounded session replay with a compact summary: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448056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934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REGISTER (session changes):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3794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whoami: root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06654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apt install nginx: Reading package lists... Done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29514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passwd root: Password changed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52374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id: uid=0(root) gid=0(root)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Impact score 0–4. &gt;50 entries prunes low-impact old entries, preserving privilege changes + file modifications.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461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005840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44768" y="896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Response Caching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44768" y="1170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Identical commands return cached responses with zero API calls. Cache is profile-scoped via SHA-256 hash.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1828800"/>
            <a:ext cx="32461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011680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144768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50+ Native Handlers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44768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Commands like ps, ls, cat, docker, mysql handled natively. LLM only receives what the native layer can't handle.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577840" y="2834640"/>
            <a:ext cx="32461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01752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44768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Fallback Directory Tree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144768" y="3182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Full directory tree injected only as last resort when prequery finds no relevant context for a command.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llm_fallback.py:289–349  ·  llm_fallback.py:156–210  ·  llm_fallback.py:559–561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It's Not Just Tokens — Response Quality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54864" cy="1691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24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Profile Consistency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Responses are grounded in the actual honeypot profile — real packages, real services, real users. No hallucination.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41248"/>
            <a:ext cx="54864" cy="1691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2412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024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Credential Accuracy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92040" y="1554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DB credentials extracted from profile files via extract_db_credentials are injected so the LLM accepts the correct passwords.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715768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715768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64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898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Real DB Integration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34290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When a database proxy is available, actual SQL query results are injected into context — the LLM mirrors real query output.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715768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715768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9864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898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Install Tracking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92040" y="34290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apt install nginx updates a package overlay so subsequent dpkg -l shows the installation — sessions remain internally consistent.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D4AA"/>
                </a:solidFill>
              </a:rPr>
              <a:t>The prequery system does not just save tokens — it fundamentally improves realism and attacker deception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Context Window Impact &amp; Model Compatibility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51206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778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Metric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Naive (Beelzebub)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8778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Prequery (Cowrie)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447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Context window at 100 cmds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4447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~16,000 tokens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4447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~2,500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859536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11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Max context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011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Unbounded (linear)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011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Bounded (~2.5K ceiling)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859536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78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Fits 4K context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5786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Only first ~25 cmds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5786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All commands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859536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455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Fits 8K context window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1455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Only first ~50 cmds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1455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All commands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124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Profile consistency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71246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None (hallucinated)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71246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Full (profile-injected)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590288"/>
            <a:ext cx="85953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Cheaper models with 4K context windows (e.g. GPT-4.1-Mini) can serve all sessions — not just the first 25 commands.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0972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144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Command-Aware Context  —  117 command mappings extract only what each command needs from the honeypot profile.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92808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0992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Budget-Capped Assembly  —  3,000 character context ceiling — path context prioritized, rest fills the budget.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2296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688336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0545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State Register  —  Compact impact-scored session summary replaces unbounded history replay.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82296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483864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0098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73–86% Token Reduction  —  Constant ~2,100 token cost vs 7,500–15,000 at command 50–100 for the naive approach.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82296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279392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9651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Better Response Quality  —  Profile-grounded answers: real packages, real credentials, real services, real SQL results.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Project Violet 2.0  ·  llm_fallback.py + prequery.py  ·  Blue Lagoon / Cowrie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Violet 2.0 – LLM Fallback System</dc:title>
  <dc:subject>PptxGenJS Presentation</dc:subject>
  <dc:creator>PptxGenJS</dc:creator>
  <cp:lastModifiedBy>PptxGenJS</cp:lastModifiedBy>
  <cp:revision>1</cp:revision>
  <dcterms:created xsi:type="dcterms:W3CDTF">2026-03-16T19:19:11Z</dcterms:created>
  <dcterms:modified xsi:type="dcterms:W3CDTF">2026-03-16T19:19:11Z</dcterms:modified>
</cp:coreProperties>
</file>