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5236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384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PROJECT VIOLET 2.0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10058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System &amp;</a:t>
            </a:r>
            <a:endParaRPr lang="en-US" sz="4600" dirty="0"/>
          </a:p>
        </p:txBody>
      </p:sp>
      <p:sp>
        <p:nvSpPr>
          <p:cNvPr id="55" name="Text 53"/>
          <p:cNvSpPr/>
          <p:nvPr/>
        </p:nvSpPr>
        <p:spPr>
          <a:xfrm>
            <a:off x="457200" y="1783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Reconfigurator</a:t>
            </a:r>
            <a:endParaRPr lang="en-US" sz="4600" dirty="0"/>
          </a:p>
        </p:txBody>
      </p:sp>
      <p:sp>
        <p:nvSpPr>
          <p:cNvPr id="56" name="Text 54"/>
          <p:cNvSpPr/>
          <p:nvPr/>
        </p:nvSpPr>
        <p:spPr>
          <a:xfrm>
            <a:off x="457200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Honeypot Persona Generation, Lure Enrichment &amp; Adaptive Reconfiguration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new_config_pipeline.py · lure_agent.py · profile_converter.py · profile_distance.py</a:t>
            </a:r>
            <a:endParaRPr lang="en-US" sz="11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1280160" cy="1280160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Reconfigurator  ·  Blue Lagoon / Cowrie  ·  16 Active Profiles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System Overview — What the Profile System Does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162763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51790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Generate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" y="1874520"/>
            <a:ext cx="144475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LLM creates a full server persona JSON (OS, users, files, services)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10512" y="1984248"/>
            <a:ext cx="137160" cy="548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1952" y="1938528"/>
            <a:ext cx="45720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47672" y="841248"/>
            <a:ext cx="162763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47672" y="841248"/>
            <a:ext cx="1627632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00584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93392" y="151790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Enrich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039112" y="1874520"/>
            <a:ext cx="144475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Lure agent adds cloud creds, CI/CD tokens, container escape paths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75304" y="1984248"/>
            <a:ext cx="137160" cy="548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66744" y="1938528"/>
            <a:ext cx="45720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12464" y="841248"/>
            <a:ext cx="162763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12464" y="841248"/>
            <a:ext cx="16276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00584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151790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</a:rPr>
              <a:t>Validate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803904" y="1874520"/>
            <a:ext cx="144475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Triple validation: schema · lure coverage · novelty distance ≥ 0.4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340096" y="1984248"/>
            <a:ext cx="137160" cy="548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31536" y="1938528"/>
            <a:ext cx="45720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77256" y="841248"/>
            <a:ext cx="162763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77256" y="841248"/>
            <a:ext cx="16276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00584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22976" y="151790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Convert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568696" y="1874520"/>
            <a:ext cx="144475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Profile → 7 Cowrie artifacts: fs.pickle, honeyfs, txtcmds, userdb…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104888" y="1984248"/>
            <a:ext cx="137160" cy="548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96328" y="1938528"/>
            <a:ext cx="45720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242048" y="841248"/>
            <a:ext cx="162763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42048" y="841248"/>
            <a:ext cx="162763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005840"/>
            <a:ext cx="438912" cy="43891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87768" y="151790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Reconfigure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333488" y="1874520"/>
            <a:ext cx="144475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Adaptive triggers: time-based, entropy, or statistical convergence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74320" y="445312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38912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16 Active Profiles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2011680" y="445312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2176272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8 Required JSON Fields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749040" y="44531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913632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6 Lure Categories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5486400" y="445312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650992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7 Cowrie Artifacts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7223760" y="44531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388352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4 Reconfig Triggers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new_config_pipeline.py · lure_agent.py · profile_converter.py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Profile JSON Structure — Complete Server Persona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8 Required Fields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50292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167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5960" y="1335024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33502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UUID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1316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Auto-assigned unique identifier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50292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46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65960" y="1764792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Object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1746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OS, hostname, kernel, arch, timezone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21408"/>
            <a:ext cx="50292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65960" y="2194560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Array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Accounts: UID/GID, shell, password_hash, sudo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551176"/>
            <a:ext cx="50292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directory_tree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65960" y="2624328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62432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Object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889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path → entries (name, type, perms, owner, size)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50292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file_contents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65960" y="3054096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30540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Object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889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File path → text content for honeyfs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10712"/>
            <a:ext cx="50292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65960" y="3483864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4838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Array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88920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Processes: name, pid, user, command, ports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50292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953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ssh_config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965960" y="3913632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65960" y="39136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Object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88920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SSH settings + accepted_passwords map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270248"/>
            <a:ext cx="50292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25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4343400"/>
            <a:ext cx="713232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65960" y="43434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String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8892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Human-readable summary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822960"/>
            <a:ext cx="32461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77840" y="822960"/>
            <a:ext cx="32461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4 Optional Fields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760720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  Interfaces &amp; IPs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60720" y="16550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installed_packages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  name, version list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760720" y="2048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crontabs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  user → crontab schedule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760720" y="2441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disk_layout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  filesystem, size, mount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577840" y="3090672"/>
            <a:ext cx="3246120" cy="1755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577840" y="3090672"/>
            <a:ext cx="32461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31821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16 Profile Inventory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60720" y="3520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Original 3: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60720" y="37124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wordpress_server · database_server · cicd_runner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760720" y="39959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New 10 (2026-03-06):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760720" y="41879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mail_server · vpn_gateway · monitoring_stack · file_server · dns_server · git_server · docker_swarm · backup_server · dev_workstation · iot_gateway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18–31 KB of JSON per profile, defining a complete server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Generation Pipeline — new_config_pipeline.py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822960"/>
            <a:ext cx="809244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22960"/>
            <a:ext cx="4572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Sample Previous Profiles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1247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Scans hp_config_*/honeypot_config.json + sessions.json. Returns up to 5 random profiles with their observed MITRE tactics and techniques.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1499616"/>
            <a:ext cx="36576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45920"/>
            <a:ext cx="411480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4592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1645920"/>
            <a:ext cx="809244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645920"/>
            <a:ext cx="45720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682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Build LLM Prompt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9476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Includes full JSON schema, lure engagement strategy (6 categories with minimums), interconnection instructions, previous profile summaries, and a directive to be different.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2322576"/>
            <a:ext cx="36576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68880"/>
            <a:ext cx="41148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2468880"/>
            <a:ext cx="809244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2468880"/>
            <a:ext cx="45720" cy="67665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Query LLM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27706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Default: Llama 3.3 70B via TogetherAI at temperature 0.7. Model produces a complete profile JSON.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3145536"/>
            <a:ext cx="36576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91840"/>
            <a:ext cx="411480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9184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77240" y="3291840"/>
            <a:ext cx="809244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291840"/>
            <a:ext cx="45720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Parse and Finalize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93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Extract JSON from output. Assign UUID + ISO 8601 timestamp. Ensure root user + ≥1 non-root SSH user. Strip unknown keys. Remove null values.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" y="3968496"/>
            <a:ext cx="36576" cy="14630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0"/>
            <a:ext cx="41148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1480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77240" y="4114800"/>
            <a:ext cx="809244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114800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Triple Validation (3 attempts)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416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① Schema validation against filesystem_profile_schema.json  ② Lure coverage: 6 categories checked against minimums  ③ Novelty check: distance ≥ 0.4 from all previous profiles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On validation failure, the pipeline retries up to 3 times before raising an error.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Lure Requirements — 6 Categories + Enrichment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310896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822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822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Detection Method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50292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70432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435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breadcrumb_credentials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28930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243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Files with password|passwd|secret|_key|token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728216"/>
            <a:ext cx="502920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28216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01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lateral_movement_targets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84708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1801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Non-localhost /etc/hosts + SSH config + internal IPs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50292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286000"/>
            <a:ext cx="54864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591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privilege_escalation_paths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404872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23591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Non-root sudo_rules / docker group / writable crontab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843784"/>
            <a:ext cx="502920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43784"/>
            <a:ext cx="54864" cy="5120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9169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active_system_indicators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0128" y="2962656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2916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/var/log/, /var/mail/, /tmp, .bash_history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401568"/>
            <a:ext cx="50292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401568"/>
            <a:ext cx="54864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explorable_applications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10128" y="3520440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4904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wp-config, docker-compose, .git, nginx.conf, redis…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959352"/>
            <a:ext cx="502920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959352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325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rabbit_holes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10128" y="407822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49040" y="4032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file_contents entries &gt; 500 characters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77840" y="822960"/>
            <a:ext cx="32461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822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Enrichment (lure_agent.py)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577840" y="1188720"/>
            <a:ext cx="3246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77840" y="1188720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1234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cloud_credentials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1500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AWS keys, GCP service accounts, Azure connection strings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77840" y="1892808"/>
            <a:ext cx="3246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577840" y="1892808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5000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container_escape_paths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1500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docker.sock, privileged containers, Kubernetes tokens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577840" y="2596896"/>
            <a:ext cx="3246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577840" y="259689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5000" y="2642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cicd_tokens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15000" y="2898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GitLab, GitHub, Jenkins tokens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77840" y="3300984"/>
            <a:ext cx="3246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577840" y="3300984"/>
            <a:ext cx="54864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3346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supply_chain_artifacts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71500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npm tokens, PyPI credentials, private registries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577840" y="4041648"/>
            <a:ext cx="324612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715000" y="41148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Lure Chains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15000" y="43525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Multi-step sequences linking file→file leading attackers through a planned path toward high-value targets.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Lure validation runs after generation — profiles failing coverage are regenerated.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Profile Distance &amp; Novelty Detection — profile_distance.py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029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5029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Weighted Jaccard Distance — 5 Dimensions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5029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89888"/>
            <a:ext cx="228600" cy="2286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OS Family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Binary (0.0 or 1.0)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389888"/>
            <a:ext cx="274320" cy="2377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898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50292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47088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Service 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Jaccard distance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847088"/>
            <a:ext cx="274320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470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5029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04288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Lure File Paths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Jaccard distance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304288"/>
            <a:ext cx="2743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670048"/>
            <a:ext cx="50292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61488"/>
            <a:ext cx="228600" cy="228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Non-Root Users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Jaccard distance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27432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761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127248"/>
            <a:ext cx="5029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218688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Listening Ports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Jaccard distance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218688"/>
            <a:ext cx="274320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2186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675888"/>
            <a:ext cx="50292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Distance = mean(OS, Services, Lures, Users, Ports)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841248"/>
            <a:ext cx="324612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77840" y="841248"/>
            <a:ext cx="32461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941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Threshold: 0.4 (configurable)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60720" y="126187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If any previous profile has a distance below 0.4 from the newly generated profile, the profile is rejected as not novel enough and regenerated.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2468880"/>
            <a:ext cx="32461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2468880"/>
            <a:ext cx="3246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Why Novelty Matters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60720" y="28986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Prevents attacker habituation to predictable environments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60720" y="32369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Ensures each profile triggers different exploration paths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60720" y="357530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Maximizes diversity of tactics &amp; techniques observed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60720" y="39136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Guards against re-training the attacker on a known fingerprint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4F58"/>
                </a:solidFill>
              </a:rPr>
              <a:t>profile_distance.py · Jaccard similarity is computed as set intersection / set union for each dimension.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Reconfiguration Triggers — config.py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548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1371600" cy="274320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NO_RECONFIG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932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4F58"/>
                </a:solidFill>
              </a:rPr>
              <a:t>Never reconfigure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Used for baseline experiments. The honeypot persona remains static for the full run.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384048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482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0482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932688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932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Every N sessions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2984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Simplest adaptive strategy. Reconfigures after a fixed number of sessions regardless of attacker behavior.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048256"/>
            <a:ext cx="384048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482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ba_interval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03720" y="20482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session_count % ba_interval == 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4206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852928"/>
            <a:ext cx="13716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ENTROPY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When attacker gets stuck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218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Low Shannon entropy in tactic/technique distribution = attacker is repeating the same behaviors. Time to change the environment.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968496"/>
            <a:ext cx="384048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en_variable, en_window_size, en_tolerance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H(tactics) &lt; en_tolerance over window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43200"/>
            <a:ext cx="42062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852928"/>
            <a:ext cx="137160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When behavior converges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218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Welch's t-test compares recent session window against older window. Statistically similar distributions indicate attacker has converged on a strategy.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968496"/>
            <a:ext cx="384048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tt_variable, tt_tolerance, tt_confidence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0372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&lt; tolerance → distributions match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ENTROPY: Low entropy = repetitive behavior. T_TEST: Similar distributions = attacker converged. Both → trigger reconfiguration.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Profile Converter — 7 Cowrie Artifacts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8686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fs.pickle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Binary virtual filesystem tree. Each node: [name, type, uid, gid, size, mode, ctime, contents, target, realfile]. 100+ standard Linux dirs, SUID binaries, systemd services.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96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honeyfs/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07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Real files on disk for cat/head/tail/grep. Mirrors profile file_contents. Auto-includes /etc/passwd, /etc/shadow, /etc/group.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2880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txtcmds/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Static text outputs for uname, hostname, ps, ifconfig, netstat, df, free, last, uptime, whoami, id, arch. All derived from profile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82880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28800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userdb.txt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128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Cowrie SSH auth database. Format: username:uid:password per line. Derived from ssh_config.accepted_passwords.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llm_prompt.txt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LLM system prompt for hybrid fallback handler. Includes OS, services, ports, users and rules for consistent simulation.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346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cmdoutput.json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218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Structured JSON for Cowrie's native ps handler. Includes realistic VSZ/RSS memory values per profile service.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4048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profile.json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Full profile copy for runtime access by the LLM fallback handler's prequery context injection system.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SUID binaries are injected to prevent find / -perm -4000 from immediately exposing the fake filesystem.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DB Seed Generator + Full Deployment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db_seed_generator.py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When a profile includes database services, generates real containers with seed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84048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64208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0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Engine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Checks services + packages for MySQL/MariaDB or PostgreSQL indicators.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384048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331720"/>
            <a:ext cx="45720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68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Credential Extraction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MySQL: parses wp-config.php, .env, shell scripts.  PostgreSQL: parses .pgpass, pgbouncer userlist.txt.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999232"/>
            <a:ext cx="384048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99232"/>
            <a:ext cx="4572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MySQL Schema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WordPress schema: wp_users, wp_posts, wp_comments, wp_options + ~500 rows of deterministic seed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666744"/>
            <a:ext cx="384048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666744"/>
            <a:ext cx="4572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PostgreSQL Schema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Business app schema: users, transactions, audit_log, sessions, api_keys, config + ~415 rows.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16052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22960"/>
            <a:ext cx="4160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Full Deployment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261872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2618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1261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Load profile JSON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549908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499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15499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Enrich AWS context (if applicable)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837944"/>
            <a:ext cx="34747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8379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1837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fs.pickle → share/fs.pickle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125980"/>
            <a:ext cx="34747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1259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21259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honeyfs/ → honeyfs/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414016"/>
            <a:ext cx="34747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4140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txtcmds/ → share/txtcmds/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702052"/>
            <a:ext cx="347472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7020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74920" y="27020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userdb.txt → etc/userdb.txt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990088"/>
            <a:ext cx="347472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990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74920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llm_prompt.txt → etc/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278124"/>
            <a:ext cx="347472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2781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32781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profile.json → etc/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566160"/>
            <a:ext cx="347472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5661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74920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Generate cmdoutput.json → share/cowrie/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854196"/>
            <a:ext cx="34747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8541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74920" y="38541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[If CHeaT] Apply defenses to profile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4142232"/>
            <a:ext cx="34747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1422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7492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[If HoneyNet] Inject breadcrumbs for next hop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</a:rPr>
              <a:t>CHeaT = Cowrie Hardened evasion and Tracking.  HoneyNet = multi-hop honeypot network.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2471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914400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LLM-Driven Generation  —  Llama 3.3 70B at temp 0.7 generates full server personas from schema + previous-session context.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71907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6-Category Lure Coverage  —  Every profile must meet minimums for credentials, lateral movement, privesc, system indicators, applications, and rabbit holes.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82296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734056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23744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Novelty Enforcement  —  Weighted Jaccard distance across 5 dimensions must be ≥ 0.4 from all prior profiles or the profile is regenerated.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82296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538728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328416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7 Cowrie Artifacts  —  Profile converter emits fs.pickle, honeyfs, txtcmds, userdb, LLM prompt, cmdoutput, and profile.json — a complete honeypot deployment.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82296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343400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13308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Adaptive Reconfiguration  —  Entropy and T-test triggers detect attacker behavioral convergence and swap in a fresh environment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Project Violet 2.0  ·  Profile System &amp; Reconfigurator  ·  new_config_pipeline.py + profile_converter.py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Violet 2.0 – Profile System &amp; Reconfigurator</dc:title>
  <dc:subject>PptxGenJS Presentation</dc:subject>
  <dc:creator>PptxGenJS</dc:creator>
  <cp:lastModifiedBy>PptxGenJS</cp:lastModifiedBy>
  <cp:revision>1</cp:revision>
  <dcterms:created xsi:type="dcterms:W3CDTF">2026-03-16T19:32:06Z</dcterms:created>
  <dcterms:modified xsi:type="dcterms:W3CDTF">2026-03-16T19:32:06Z</dcterms:modified>
</cp:coreProperties>
</file>